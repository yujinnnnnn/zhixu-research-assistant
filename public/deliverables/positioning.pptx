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ffe0e1a47492d" /><Relationship Type="http://schemas.openxmlformats.org/officeDocument/2006/relationships/extended-properties" Target="/docProps/app.xml" Id="Rc67158da67374813" /><Relationship Type="http://schemas.openxmlformats.org/officeDocument/2006/relationships/officeDocument" Target="/ppt/presentation.xml" Id="R7fb499949bbb4f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dd073affa4b2f"/>
  </p:sldMasterIdLst>
  <p:notesMasterIdLst>
    <p:notesMasterId xmlns:r="http://schemas.openxmlformats.org/officeDocument/2006/relationships" r:id="R99dd1d7677ed4c88"/>
  </p:notesMasterIdLst>
  <p:sldIdLst>
    <p:sldId xmlns:r="http://schemas.openxmlformats.org/officeDocument/2006/relationships" id="256" r:id="R4cacd525c6b2408b"/>
    <p:sldId xmlns:r="http://schemas.openxmlformats.org/officeDocument/2006/relationships" id="257" r:id="R53414ce069a441de"/>
    <p:sldId xmlns:r="http://schemas.openxmlformats.org/officeDocument/2006/relationships" id="258" r:id="Rc03f23995bde45c3"/>
    <p:sldId xmlns:r="http://schemas.openxmlformats.org/officeDocument/2006/relationships" id="259" r:id="Rcb3cdfa1b3834d0b"/>
    <p:sldId xmlns:r="http://schemas.openxmlformats.org/officeDocument/2006/relationships" id="260" r:id="Rbba5f963378f454a"/>
    <p:sldId xmlns:r="http://schemas.openxmlformats.org/officeDocument/2006/relationships" id="261" r:id="R815567e41abe4da9"/>
    <p:sldId xmlns:r="http://schemas.openxmlformats.org/officeDocument/2006/relationships" id="262" r:id="R2cbcb63e320b4c1b"/>
    <p:sldId xmlns:r="http://schemas.openxmlformats.org/officeDocument/2006/relationships" id="263" r:id="Rb528c4571d034175"/>
    <p:sldId xmlns:r="http://schemas.openxmlformats.org/officeDocument/2006/relationships" id="264" r:id="Rcb37d2dbcff04b66"/>
    <p:sldId xmlns:r="http://schemas.openxmlformats.org/officeDocument/2006/relationships" id="265" r:id="R134bc1d7d742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258dc8e7e42af" /><Relationship Type="http://schemas.openxmlformats.org/officeDocument/2006/relationships/slideMaster" Target="/ppt/slideMasters/slideMaster1.xml" Id="R5bcdd073affa4b2f" /><Relationship Type="http://schemas.openxmlformats.org/officeDocument/2006/relationships/notesMaster" Target="/ppt/notesMasters/notesMaster1.xml" Id="R99dd1d7677ed4c88" /><Relationship Type="http://schemas.openxmlformats.org/officeDocument/2006/relationships/presProps" Target="/ppt/presProps.xml" Id="R0f531ca800234d60" /><Relationship Type="http://schemas.openxmlformats.org/officeDocument/2006/relationships/tableStyles" Target="/ppt/tableStyles.xml" Id="R4e9ba2ea648b4d4f" /><Relationship Type="http://schemas.openxmlformats.org/officeDocument/2006/relationships/slide" Target="/ppt/slides/slide1.xml" Id="R4cacd525c6b2408b" /><Relationship Type="http://schemas.openxmlformats.org/officeDocument/2006/relationships/slide" Target="/ppt/slides/slide2.xml" Id="R53414ce069a441de" /><Relationship Type="http://schemas.openxmlformats.org/officeDocument/2006/relationships/slide" Target="/ppt/slides/slide3.xml" Id="Rc03f23995bde45c3" /><Relationship Type="http://schemas.openxmlformats.org/officeDocument/2006/relationships/slide" Target="/ppt/slides/slide4.xml" Id="Rcb3cdfa1b3834d0b" /><Relationship Type="http://schemas.openxmlformats.org/officeDocument/2006/relationships/slide" Target="/ppt/slides/slide5.xml" Id="Rbba5f963378f454a" /><Relationship Type="http://schemas.openxmlformats.org/officeDocument/2006/relationships/slide" Target="/ppt/slides/slide6.xml" Id="R815567e41abe4da9" /><Relationship Type="http://schemas.openxmlformats.org/officeDocument/2006/relationships/slide" Target="/ppt/slides/slide7.xml" Id="R2cbcb63e320b4c1b" /><Relationship Type="http://schemas.openxmlformats.org/officeDocument/2006/relationships/slide" Target="/ppt/slides/slide8.xml" Id="Rb528c4571d034175" /><Relationship Type="http://schemas.openxmlformats.org/officeDocument/2006/relationships/slide" Target="/ppt/slides/slide9.xml" Id="Rcb37d2dbcff04b66" /><Relationship Type="http://schemas.openxmlformats.org/officeDocument/2006/relationships/slide" Target="/ppt/slides/slide10.xml" Id="R134bc1d7d742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f2931916c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330f860454b35" /><Relationship Type="http://schemas.openxmlformats.org/officeDocument/2006/relationships/notesMaster" Target="/ppt/notesMasters/notesMaster1.xml" Id="R83d396df5f7b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c7bb4aac164792" /><Relationship Type="http://schemas.openxmlformats.org/officeDocument/2006/relationships/notesMaster" Target="/ppt/notesMasters/notesMaster1.xml" Id="R4c060a63ea9f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933c354fec4073" /><Relationship Type="http://schemas.openxmlformats.org/officeDocument/2006/relationships/notesMaster" Target="/ppt/notesMasters/notesMaster1.xml" Id="R72e87f84312643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2b8f8feb64cab" /><Relationship Type="http://schemas.openxmlformats.org/officeDocument/2006/relationships/notesMaster" Target="/ppt/notesMasters/notesMaster1.xml" Id="Ra5bce1ffacf2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bc127336f47c6" /><Relationship Type="http://schemas.openxmlformats.org/officeDocument/2006/relationships/notesMaster" Target="/ppt/notesMasters/notesMaster1.xml" Id="Rff09bffa2c25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251511fd6c4f63" /><Relationship Type="http://schemas.openxmlformats.org/officeDocument/2006/relationships/notesMaster" Target="/ppt/notesMasters/notesMaster1.xml" Id="R870b776a5ecc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e58111dc904f82" /><Relationship Type="http://schemas.openxmlformats.org/officeDocument/2006/relationships/notesMaster" Target="/ppt/notesMasters/notesMaster1.xml" Id="R6af27302cfcb4e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5f4901990d411e" /><Relationship Type="http://schemas.openxmlformats.org/officeDocument/2006/relationships/notesMaster" Target="/ppt/notesMasters/notesMaster1.xml" Id="Re444e3722cdb43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df8a0866db4438" /><Relationship Type="http://schemas.openxmlformats.org/officeDocument/2006/relationships/notesMaster" Target="/ppt/notesMasters/notesMaster1.xml" Id="R2a4e9c2710604b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cb2d1f26ba471d" /><Relationship Type="http://schemas.openxmlformats.org/officeDocument/2006/relationships/notesMaster" Target="/ppt/notesMasters/notesMaster1.xml" Id="R5876761749a1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依据：用户提供的任务说明、指定 IBS 虚构场景，以及本项目方案/01-产品定位.md、方案/03-评测方案.md。指标为拟议发布与试点门槛，非已测结果。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48844f354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70c47766734ed4" /><Relationship Type="http://schemas.openxmlformats.org/officeDocument/2006/relationships/slideLayout" Target="/ppt/slideLayouts/slideLayout1.xml" Id="R7b399fed28de4b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99fed28de4b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d7c7d85b24fb9" /><Relationship Type="http://schemas.openxmlformats.org/officeDocument/2006/relationships/notesSlide" Target="/ppt/notesSlides/notesSlide1.xml" Id="R7fd53c3aec11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6f6e1c1f743e7" /><Relationship Type="http://schemas.openxmlformats.org/officeDocument/2006/relationships/notesSlide" Target="/ppt/notesSlides/notesSlide2.xml" Id="Ra427e79f8a5a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6224ee5554037" /><Relationship Type="http://schemas.openxmlformats.org/officeDocument/2006/relationships/notesSlide" Target="/ppt/notesSlides/notesSlide3.xml" Id="R58143f1d700f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7e116e3814d19" /><Relationship Type="http://schemas.openxmlformats.org/officeDocument/2006/relationships/notesSlide" Target="/ppt/notesSlides/notesSlide4.xml" Id="R63cbe5deaf6245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e94c0eb934c82" /><Relationship Type="http://schemas.openxmlformats.org/officeDocument/2006/relationships/notesSlide" Target="/ppt/notesSlides/notesSlide5.xml" Id="R1b88544e0bf245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476d211f341a4" /><Relationship Type="http://schemas.openxmlformats.org/officeDocument/2006/relationships/notesSlide" Target="/ppt/notesSlides/notesSlide6.xml" Id="R0106d814a94e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be5dab3f84116" /><Relationship Type="http://schemas.openxmlformats.org/officeDocument/2006/relationships/notesSlide" Target="/ppt/notesSlides/notesSlide7.xml" Id="R4369498ee67f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82d1a06b74b3a" /><Relationship Type="http://schemas.openxmlformats.org/officeDocument/2006/relationships/notesSlide" Target="/ppt/notesSlides/notesSlide8.xml" Id="R3b552b455104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c98527c56455e" /><Relationship Type="http://schemas.openxmlformats.org/officeDocument/2006/relationships/notesSlide" Target="/ppt/notesSlides/notesSlide9.xml" Id="R8ce1456a4a1f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f27e1b1c44b4d" /><Relationship Type="http://schemas.openxmlformats.org/officeDocument/2006/relationships/notesSlide" Target="/ppt/notesSlides/notesSlide10.xml" Id="R9a2536206c734c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15295-FCCB-4A58-B355-A0585C7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A3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3A3A3"/>
                </a:solidFill>
                <a:latin typeface="Microsoft YaHei"/>
                <a:ea typeface="Microsoft YaHei"/>
                <a:cs typeface="Microsoft YaHei"/>
              </a:rPr>
              <a:t>PRODUCT POSITIONING / 2026.09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74D81-9310-4B1F-8C6B-66605EB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12C9D-E24C-43EF-9571-D587E20A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让下一次研究，接得上这一次讨论。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BE1FB-AF3A-4161-83E4-19A7F61C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rPr>
              <a:t>面向长期研究项目的记忆 AI 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56C8E-6871-48FF-84F7-8FB3862C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B8B8"/>
                </a:solidFill>
                <a:latin typeface="Microsoft YaHei"/>
                <a:ea typeface="Microsoft YaHei"/>
                <a:cs typeface="Microsoft YaHei"/>
              </a:rPr>
              <a:t>产品定位说明 · 评审初稿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2C697-1BC0-4301-95A5-FCA3FEA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3A3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3A3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336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EFEC1-35B0-4784-BBAD-D3A5870C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/ 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67B47-A467-47EC-8DC8-C2ADF2BC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面向长期项目的研究记忆助理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DF9A9-F7EC-434B-9CD4-90FA2D36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服务谁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D55E5-E2BB-4198-A1B9-CCF68F9F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持续推进实验研究、反复整理会议与报告的小型团队。首要用户是负责整理和汇报的研究成员。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2D2F0-7BDA-4CFD-97B9-3FD0CD1C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解决什么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3A97-8AE2-4A7E-A7E0-5D1A224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将散落的讨论变成有来源、有状态、可修订的项目记忆，在新任务中调用有效信息。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2C96B-A717-449F-BAB6-E83796B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成立条件：节省查找与整理时间，同时减少旧数据误用。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C5937-2E2C-43D1-B075-0EE1FE7D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9767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0DCA8-942D-4933-BA4A-B5889F3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 / 使用者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0EB39-83D7-4751-8869-13D496AE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IBS 六人研究团队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F076A-5A84-4358-B72F-6F96C31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Han · 博士生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7D97-E8F7-4D1B-82A5-9C3D3EB7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发起记录、检查转录、生成月报。最在意少重复整理，同时能快速找到依据。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Choi · 博后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复核电学数据，对数据记录负责。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184B1-6D3B-4CC4-86C7-77EEC94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Park · 教授 / 项目负责人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339BA-939D-4538-99FB-7E7493D7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确认项目目标与阶段决策。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Kim、Lee · 两位研究员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分别关注材料与器件。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Wang · 博后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提供机制解释，管理个人假设。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4BC5C-ACCC-46F4-9E13-0CC86EC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IBS 仅为用户指定的模拟场景；人物、会议及科研数据均为虚构。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89931-6426-4964-9F8C-40C8DAD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182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129C7-2401-4557-BEBA-FCBCF00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/ 核心问题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9BF19-2D5B-48FC-8D7C-14976FC6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一条旧数据，会进入下一份报告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F7AC0-3760-481A-88DF-C316BAB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09.02 → 09.12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98D2-F999-4C2D-A0E4-3FCEAC59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部署：接触电阻降低至少 20%。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展开：B 组初步报告为 610 Ω·μm。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单次总结保留了当时的说法，却未必知道后来已被修订。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1C2B5-4C57-46CE-A14A-CB0B7A58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09.23 → 月末汇报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D916A-233E-4205-AAF7-5F14A84E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进度：B 组复核为 690 Ω·μm。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相对 A 组 820，降幅为 15.9%。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若沿用旧值，会把“未达目标”误写成“已达目标”。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1D928-D733-4926-AF24-A12315B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计算口径：(820 − 690) / 820 ≈ 15.9%；A n=6，B n=5，不推断统计显著性。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25A83-DF59-4B01-AE18-2B0FB5A2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7682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15BC7-3725-42A1-9E8C-62BFCF1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 / 价值主张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5FC3A-E495-46EC-8922-2C56C977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把会议记录接到下一次任务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9F5F1-80DE-4C9E-831A-E63C8BF5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会议结束时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8B7EB-D762-4153-910D-040C9B9D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保留原文与发言人。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提取数值、决策与待办。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将重要候选交给负责人确认。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B8EEC-39F8-4417-A0FA-688DEF5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下一次工作时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0C2AD-42CA-4982-994F-B8FC04EF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自动筛选相关、有效、可见的记忆。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生成月报或会前回顾并显示来源。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纠错后提醒复核受影响的旧回答。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87A8E-5923-4F24-B090-C3A74E0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会议是信息入口；跨会话的有效调用，才是长期价值。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E3FB5-B7DE-4972-B623-BE144CD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261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8EC29-93CF-4BE3-B581-B3F95E0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/ 产品差异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843DA-20FC-450F-90B0-550145CF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从保存信息，到维护有效版本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4E9EB-5A52-40EE-87BF-6FB04F2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转录与单次总结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62277-388B-4BB5-8334-4E4A4603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回答“这次会议说了什么”。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适合查原话、回顾当次讨论。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跨会议的版本关系仍需人工整理。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3C0F-11A8-4D8B-A9F4-BED497D2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知序的产品假设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B76FF-B734-4B7A-896C-7C3F6C82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回答“当前任务应当用哪条信息”。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保留出处与版本关系；区分事实、目标和假设；纠错后更新后续调用。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1C2F6-FE1E-4073-AFD6-78D5E4C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这一差异是否值得额外核查成本，需要与单次总结进行对照实验。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5F469-5A07-49B0-BB25-A179DEC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5019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1BAFF-A8C2-4BCB-B0B5-49E5996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 / 信任与边界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7A605-B90C-49BA-A248-B9F63E2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用户掌握关键确认权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C3E8B-ED24-4B99-BABE-BE8CF3E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助手自主执行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E61B2-8D87-42C7-BA09-F9DBB37C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生成候选、识别潜在冲突。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筛选可用记忆并附上引用。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标记旧回答需要复核。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B2728-4CB6-4948-9DEF-91596A7C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用户明确确认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54601-F26C-4CD2-A20E-A0E5D7C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Choi 确认数据；Park 确认决策。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作者决定个人笔记是否共享。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用户可拒绝保存、停用或忘记。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8063E-CF5F-4DF7-9A20-5794E4C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原型使用角色切换演示边界；真实权限必须由服务端身份与授权实现。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F311E-2F38-4EA1-B0A4-B6DE029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0368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C7435-2174-45C5-B496-BD8F4D6D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07 / 最小产品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C4FF3-F913-4856-959F-FD8E082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先把一条完整链路做清楚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9532D-ED60-4351-B994-9D5C1446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本轮可演示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2E782-59FF-4A6A-933A-C4DC25A0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两个入口：研究助手、会议记录。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三次会议 → 就地核查 → 本机记忆。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新会话生成报告 → 展开来源 → 纠错。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033AA-86DE-4F07-A50D-4FCDBAE0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接入后才能验证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373C9-A7D5-410C-8DAB-3856F24C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真实录音录像与说话人识别。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通用模型提取、语义检索。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跨设备同步、服务端团队权限。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文档库接入与删除传播。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70450-6D21-454B-B75D-85DC509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当前为固定规则与本机存储原型；不能把流程可用等同于模型效果达标。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90CDD-E399-4768-BB4F-390F323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425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1F17-4C03-4218-872B-CD000E90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08 / 成立判断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2734-BB51-420E-B415-894E013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准确性先过关，再验证用户价值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39ADC-8052-4C3D-B6EE-4C677E62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正确性与安全门槛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540A5-3628-4AA3-BC81-3F56A85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关键数值及单位准确率 ≥98%。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确认记忆准确率 ≥95%。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来源支持率 ≥98%。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纠错、权限、删除定向测试各 ≥100 次，严重错误观察数为 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6CEAC-AF9B-481C-BB52-49EF0B9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12—20 人交叉试点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6BE74-8BEE-42D9-823F-F4AFA04E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对照转录、单次总结与知序。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相对单次总结，配对时间收益中位数 ≥20%。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质量平均下降 ≤0.2 / 5 分。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提醒有用率 ≥70%，打扰中位数 ≤1 次 /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13CCF-0A72-488B-B85A-0C681D3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均为拟议门槛。报告样本量与置信区间；尚无真实模型或用户实验结果。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08F93-3401-4F9F-B211-6171716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6860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740B8-D940-4919-A05F-8F9F67E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 / 产品决策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9729-4D06-437B-A94F-68A9875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以证据决定扩大、收缩或暂停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2F6F0-73EE-46BC-A9C8-CDC4E55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扩大试点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E3C16-889E-4FAA-A683-53B79D8E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准确性、安全门槛全部通过，且用户任务收益达标。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收缩主动调用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信息准确，但提醒打扰或核查成本抵消收益时，转向按需检索。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EAC5C-1AC3-484B-8DD6-639E85E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暂停并修复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2FD48-24F4-4458-97AB-CB641C5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4953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发生越权泄露、删除后仍调用，或纠错后继续把旧版当现状。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团队共享的前提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作者授权、范围可撤回；个人观点不能自动升级为团队共识。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9B683-311F-4059-98A4-8688A76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配套材料：交互 Demo / 网页机制说明书 / 可填写评测工作簿。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D9B1B-1BBA-469C-8F16-F5B2B96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7430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2026-09-09T01:52:35.8290000Z</dcterms:created>
  <dcterms:modified xsi:type="dcterms:W3CDTF">2026-09-09T01:52:35.8290000Z</dcterms:modified>
</coreProperties>
</file>